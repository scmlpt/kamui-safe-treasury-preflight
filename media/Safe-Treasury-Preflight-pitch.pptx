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4341db3c3047e6" /><Relationship Type="http://schemas.openxmlformats.org/officeDocument/2006/relationships/extended-properties" Target="/docProps/app.xml" Id="R122937a52ce04587" /><Relationship Type="http://schemas.openxmlformats.org/officeDocument/2006/relationships/officeDocument" Target="/ppt/presentation.xml" Id="R0f4794e76ee449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99acdfb99a4028"/>
  </p:sldMasterIdLst>
  <p:notesMasterIdLst>
    <p:notesMasterId xmlns:r="http://schemas.openxmlformats.org/officeDocument/2006/relationships" r:id="R404b3b4acd9f40ce"/>
  </p:notesMasterIdLst>
  <p:sldIdLst>
    <p:sldId xmlns:r="http://schemas.openxmlformats.org/officeDocument/2006/relationships" id="256" r:id="R76f0fe81e1a542ff"/>
    <p:sldId xmlns:r="http://schemas.openxmlformats.org/officeDocument/2006/relationships" id="257" r:id="Reaf183c9bb1d412b"/>
    <p:sldId xmlns:r="http://schemas.openxmlformats.org/officeDocument/2006/relationships" id="258" r:id="R579c978dafa0438e"/>
    <p:sldId xmlns:r="http://schemas.openxmlformats.org/officeDocument/2006/relationships" id="259" r:id="Rfa99cdcc6f9741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928211e8454d20" /><Relationship Type="http://schemas.openxmlformats.org/officeDocument/2006/relationships/slideMaster" Target="/ppt/slideMasters/slideMaster1.xml" Id="R4299acdfb99a4028" /><Relationship Type="http://schemas.openxmlformats.org/officeDocument/2006/relationships/notesMaster" Target="/ppt/notesMasters/notesMaster1.xml" Id="R404b3b4acd9f40ce" /><Relationship Type="http://schemas.openxmlformats.org/officeDocument/2006/relationships/presProps" Target="/ppt/presProps.xml" Id="R1d90386dabcd482e" /><Relationship Type="http://schemas.openxmlformats.org/officeDocument/2006/relationships/tableStyles" Target="/ppt/tableStyles.xml" Id="Rd65a30d14bb8434d" /><Relationship Type="http://schemas.openxmlformats.org/officeDocument/2006/relationships/slide" Target="/ppt/slides/slide1.xml" Id="R76f0fe81e1a542ff" /><Relationship Type="http://schemas.openxmlformats.org/officeDocument/2006/relationships/slide" Target="/ppt/slides/slide2.xml" Id="Reaf183c9bb1d412b" /><Relationship Type="http://schemas.openxmlformats.org/officeDocument/2006/relationships/slide" Target="/ppt/slides/slide3.xml" Id="R579c978dafa0438e" /><Relationship Type="http://schemas.openxmlformats.org/officeDocument/2006/relationships/slide" Target="/ppt/slides/slide4.xml" Id="Rfa99cdcc6f9741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46ca593fb545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34d338afd04098" /><Relationship Type="http://schemas.openxmlformats.org/officeDocument/2006/relationships/notesMaster" Target="/ppt/notesMasters/notesMaster1.xml" Id="Rf44413d120c348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7ecea06f0542c8" /><Relationship Type="http://schemas.openxmlformats.org/officeDocument/2006/relationships/notesMaster" Target="/ppt/notesMasters/notesMaster1.xml" Id="R09d25ae3405a4f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98c14065e54653" /><Relationship Type="http://schemas.openxmlformats.org/officeDocument/2006/relationships/notesMaster" Target="/ppt/notesMasters/notesMaster1.xml" Id="R686e2b4cd60540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b3406c76484d29" /><Relationship Type="http://schemas.openxmlformats.org/officeDocument/2006/relationships/notesMaster" Target="/ppt/notesMasters/notesMaster1.xml" Id="R3078c20913bf4f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Project: Kamui Safe Treasury Preflight. Source: local README and prototype, work/safe-treasury-preflight/README.md. The prototype is read-only and does not execute transactions.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 models explicit outflows only. Safe Shield already provides transaction risk checks and pre-execution simulation: https://help.safe.global/articles/6434169802-understanding-safe-shield-copilot . We do not claim to replace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fixture and test output: work/safe-treasury-preflight/fixtures and test_preflight.py. Nominal funded prefix 3 of 4; higher-outflow-and-fee funded prefix 2 of 4. All numbers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automated tests: python3 -m unittest discover -s work/safe-treasury-preflight -v, 16 passed on 2026-09-25. Public Sepolia read-only Safe interface check: outputs/safe-treasury-preflight-public-sepolia-interface-check.json; Safe Transaction Service: https://safe-transaction-sepolia.safe.global/api/v1/safes/0x84a7353D99dE26Cd31d6638ba74e5abA991F6cA0/ . No funded live batch or user adoption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4beb01ee7841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53da692ec14788" /><Relationship Type="http://schemas.openxmlformats.org/officeDocument/2006/relationships/slideLayout" Target="/ppt/slideLayouts/slideLayout1.xml" Id="R41c3bfd3db7f41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c3bfd3db7f41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7e7f1b11a466c" /><Relationship Type="http://schemas.openxmlformats.org/officeDocument/2006/relationships/notesSlide" Target="/ppt/notesSlides/notesSlide1.xml" Id="Rfc7a6948f45e47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d0df611214b5c" /><Relationship Type="http://schemas.openxmlformats.org/officeDocument/2006/relationships/notesSlide" Target="/ppt/notesSlides/notesSlide2.xml" Id="Rfd537e53381e44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1650d94d64b6e" /><Relationship Type="http://schemas.openxmlformats.org/officeDocument/2006/relationships/chart" Target="/ppt/slides/charts/chart1.xml" Id="R59d8ad8642254295" /><Relationship Type="http://schemas.openxmlformats.org/officeDocument/2006/relationships/notesSlide" Target="/ppt/notesSlides/notesSlide3.xml" Id="R8f0c960a10e24d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f2e52df5b485c" /><Relationship Type="http://schemas.openxmlformats.org/officeDocument/2006/relationships/notesSlide" Target="/ppt/notesSlides/notesSlide4.xml" Id="R5f4cb9a0e97a4d3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Recognized calls with modeled funding</c:v>
          </c:tx>
          <c:spPr>
            <a:solidFill xmlns:a="http://schemas.openxmlformats.org/drawingml/2006/main">
              <a:srgbClr val="4E7B54"/>
            </a:solidFill>
          </c:spPr>
          <c:cat>
            <c:strRef>
              <c:f>'Chart Data'!$A$2:$A$3</c:f>
              <c:strCache>
                <c:ptCount val="2"/>
                <c:pt idx="0">
                  <c:v>Nominal</c:v>
                </c:pt>
                <c:pt idx="1">
                  <c:v>Higher outflow and fee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</c:v>
                </c:pt>
                <c:pt idx="1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94C5A-3598-4F27-9079-E4C1844D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5EE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5EE77"/>
                </a:solidFill>
                <a:latin typeface="Arial"/>
                <a:ea typeface="Arial"/>
                <a:cs typeface="Arial"/>
              </a:rPr>
              <a:t>KAMUI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296EF-1C20-4DCD-BB28-E0B061DB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620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8FAEE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8FAEE"/>
                </a:solidFill>
                <a:latin typeface="Arial"/>
                <a:ea typeface="Arial"/>
                <a:cs typeface="Arial"/>
              </a:rPr>
              <a:t>Safe Treasury</a:t>
            </a:r>
          </a:p>
          <a:p xmlns:a="http://schemas.openxmlformats.org/drawingml/2006/main">
            <a:pPr>
              <a:defRPr sz="5250" b="1">
                <a:solidFill>
                  <a:srgbClr val="F8FAEE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8FAEE"/>
                </a:solidFill>
                <a:latin typeface="Arial"/>
                <a:ea typeface="Arial"/>
                <a:cs typeface="Arial"/>
              </a:rPr>
              <a:t>Preflight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A916F-1166-44F0-AA3E-5A0FC771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2907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8D8C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8D8C9"/>
                </a:solidFill>
                <a:latin typeface="Arial"/>
                <a:ea typeface="Arial"/>
                <a:cs typeface="Arial"/>
              </a:rPr>
              <a:t>A local stress check for Safe Transaction Builder batches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14717-8190-4958-B573-2A3BDE09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5E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5EE77"/>
                </a:solidFill>
                <a:latin typeface="Arial"/>
                <a:ea typeface="Arial"/>
                <a:cs typeface="Arial"/>
              </a:rPr>
              <a:t>Research MVP   |   3rd-Web-Hack 2026</a:t>
            </a:r>
          </a:p>
        </p:txBody>
      </p:sp>
    </p:spTree>
    <p:extLst>
      <p:ext uri="{BB962C8B-B14F-4D97-AF65-F5344CB8AC3E}">
        <p14:creationId xmlns:p14="http://schemas.microsoft.com/office/powerpoint/2010/main" val="18590917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6EAC9-9030-4392-9FC0-AB5F3577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9262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92622"/>
                </a:solidFill>
                <a:latin typeface="Arial"/>
                <a:ea typeface="Arial"/>
                <a:cs typeface="Arial"/>
              </a:rPr>
              <a:t>The buffer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464F9-396C-42DB-B853-DC4EDA9D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1019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9262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2622"/>
                </a:solidFill>
                <a:latin typeface="Arial"/>
                <a:ea typeface="Arial"/>
                <a:cs typeface="Arial"/>
              </a:rPr>
              <a:t>A Safe batch can contain clear transfers alongside arbitrary calls.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7AB42-1CF6-47E7-9F9F-197E3A70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028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9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5B"/>
                </a:solidFill>
                <a:latin typeface="Arial"/>
                <a:ea typeface="Arial"/>
                <a:cs typeface="Arial"/>
              </a:rPr>
              <a:t>The reviewer needs to know the first call that exceeds a stated balance under each fee and outflow assumption.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5C3F8-2A52-4C7B-99C3-4DEF1C2F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10050"/>
            <a:ext cx="10287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9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95B"/>
                </a:solidFill>
                <a:latin typeface="Arial"/>
                <a:ea typeface="Arial"/>
                <a:cs typeface="Arial"/>
              </a:rPr>
              <a:t>Unclassified calldata stops the reviewable prefix. Safe’s own simulation still matters before signing.</a:t>
            </a:r>
          </a:p>
        </p:txBody>
      </p:sp>
    </p:spTree>
    <p:extLst>
      <p:ext uri="{BB962C8B-B14F-4D97-AF65-F5344CB8AC3E}">
        <p14:creationId xmlns:p14="http://schemas.microsoft.com/office/powerpoint/2010/main" val="19814785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6BD01-BF73-40BF-9460-5CACEC36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9262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92622"/>
                </a:solidFill>
                <a:latin typeface="Arial"/>
                <a:ea typeface="Arial"/>
                <a:cs typeface="Arial"/>
              </a:rPr>
              <a:t>A working local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E5FAC-9B13-4711-AB67-A75BCF3A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9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95B"/>
                </a:solidFill>
                <a:latin typeface="Arial"/>
                <a:ea typeface="Arial"/>
                <a:cs typeface="Arial"/>
              </a:rPr>
              <a:t>Funded prefix in a four-call synthetic batch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14375" y="2190750"/>
          <a:ext xmlns:a="http://schemas.openxmlformats.org/drawingml/2006/main" cx="657225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d8ad864225429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F9D5D-453F-429E-A837-D0C5BFBD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57425"/>
            <a:ext cx="33337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26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2622"/>
                </a:solidFill>
                <a:latin typeface="Arial"/>
                <a:ea typeface="Arial"/>
                <a:cs typeface="Arial"/>
              </a:rPr>
              <a:t>4 calls total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926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2622"/>
                </a:solidFill>
                <a:latin typeface="Arial"/>
                <a:ea typeface="Arial"/>
                <a:cs typeface="Arial"/>
              </a:rPr>
              <a:t>Call 4 stays unclassified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926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2622"/>
                </a:solidFill>
                <a:latin typeface="Arial"/>
                <a:ea typeface="Arial"/>
                <a:cs typeface="Arial"/>
              </a:rPr>
              <a:t>No wallet connection or transaction submission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D8573-6607-4947-ABED-9EFFC19B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674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9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95B"/>
                </a:solidFill>
                <a:latin typeface="Arial"/>
                <a:ea typeface="Arial"/>
                <a:cs typeface="Arial"/>
              </a:rPr>
              <a:t>Numbers use invented balances and addresses.</a:t>
            </a:r>
          </a:p>
        </p:txBody>
      </p:sp>
    </p:spTree>
    <p:extLst>
      <p:ext uri="{BB962C8B-B14F-4D97-AF65-F5344CB8AC3E}">
        <p14:creationId xmlns:p14="http://schemas.microsoft.com/office/powerpoint/2010/main" val="19450329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9A3EF-B216-41C7-9773-CD94216F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9262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92622"/>
                </a:solidFill>
                <a:latin typeface="Arial"/>
                <a:ea typeface="Arial"/>
                <a:cs typeface="Arial"/>
              </a:rPr>
              <a:t>Evidence and next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5EFC4-5DFC-4F17-9026-A2E96B24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26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2622"/>
                </a:solidFill>
                <a:latin typeface="Arial"/>
                <a:ea typeface="Arial"/>
                <a:cs typeface="Arial"/>
              </a:rPr>
              <a:t>Built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A2BB7-2F00-4567-9C5C-1F3F7CC4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1019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9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95B"/>
                </a:solidFill>
                <a:latin typeface="Arial"/>
                <a:ea typeface="Arial"/>
                <a:cs typeface="Arial"/>
              </a:rPr>
              <a:t>Local browser interface and Python analyzer</a:t>
            </a:r>
          </a:p>
          <a:p xmlns:a="http://schemas.openxmlformats.org/drawingml/2006/main">
            <a:pPr>
              <a:defRPr sz="1800" b="0">
                <a:solidFill>
                  <a:srgbClr val="5369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95B"/>
                </a:solidFill>
                <a:latin typeface="Arial"/>
                <a:ea typeface="Arial"/>
                <a:cs typeface="Arial"/>
              </a:rPr>
              <a:t>16 passing unit tests</a:t>
            </a:r>
          </a:p>
          <a:p xmlns:a="http://schemas.openxmlformats.org/drawingml/2006/main">
            <a:pPr>
              <a:defRPr sz="1800" b="0">
                <a:solidFill>
                  <a:srgbClr val="5369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95B"/>
                </a:solidFill>
                <a:latin typeface="Arial"/>
                <a:ea typeface="Arial"/>
                <a:cs typeface="Arial"/>
              </a:rPr>
              <a:t>Read-only checks against a public Sepolia Safe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5A6AD-BA32-447B-B33E-05B38ED1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26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2622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16F73-0D6D-4BB0-A136-19CDFDCE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95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95B"/>
                </a:solidFill>
                <a:latin typeface="Arial"/>
                <a:ea typeface="Arial"/>
                <a:cs typeface="Arial"/>
              </a:rPr>
              <a:t>Validate current Safe exports, gas modes, and comparisons with Safe simulation on public examples.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937B2-2EFE-42D3-83A3-7AEE7825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55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9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95B"/>
                </a:solidFill>
                <a:latin typeface="Arial"/>
                <a:ea typeface="Arial"/>
                <a:cs typeface="Arial"/>
              </a:rPr>
              <a:t>No users, deployed integration, or execution-safety claim yet.</a:t>
            </a:r>
          </a:p>
        </p:txBody>
      </p:sp>
    </p:spTree>
    <p:extLst>
      <p:ext uri="{BB962C8B-B14F-4D97-AF65-F5344CB8AC3E}">
        <p14:creationId xmlns:p14="http://schemas.microsoft.com/office/powerpoint/2010/main" val="2359879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2026-09-25T08:27:13.4170000Z</dcterms:created>
  <dcterms:modified xsi:type="dcterms:W3CDTF">2026-09-25T08:27:13.4170000Z</dcterms:modified>
</coreProperties>
</file>